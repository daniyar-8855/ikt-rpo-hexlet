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ru-KZ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D8A958-D2DF-4661-9603-12980D53A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DE315A0-B913-4255-BA62-054DD69162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400758-1080-40CC-8B3A-5C492FFC3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6422-AD87-4887-9C50-58061C304607}" type="datetimeFigureOut">
              <a:rPr lang="ru-KZ" smtClean="0"/>
              <a:t>26.06.2026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8046CB-A678-4E42-9465-39CA0976E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C92A0C-DEE4-4DF4-9696-C85546597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66739-A916-40EA-A0DB-87D790E23717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549696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58ADD8-3869-4399-BF0E-D181F2266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32B85A-AE39-4D6A-8F81-31397F1FB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D34496-94C4-43C3-A683-0CA6371A5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6422-AD87-4887-9C50-58061C304607}" type="datetimeFigureOut">
              <a:rPr lang="ru-KZ" smtClean="0"/>
              <a:t>26.06.2026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999A68-AB9F-431F-9000-66C15890C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368C5C-5F6E-41FF-B7AF-0C168EA97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66739-A916-40EA-A0DB-87D790E23717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880794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B12440-13D8-493B-BAD9-D08F6F38D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8D6ED50-F0C9-4BAD-9E80-C20C21AE0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E06F15-04A4-4B20-8720-86EAB982C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6422-AD87-4887-9C50-58061C304607}" type="datetimeFigureOut">
              <a:rPr lang="ru-KZ" smtClean="0"/>
              <a:t>26.06.2026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F234D4-6198-44A2-A830-EDB497829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5A991B-0467-4EF9-9F6F-505AEB386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66739-A916-40EA-A0DB-87D790E23717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430828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B7DFCB-F98C-4FF0-8F76-9A2F8866A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A0934D-5319-4368-908F-5EC9193396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6D39159-BE98-4909-B97A-E9603F61B4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A267D74-EDF7-4E50-A389-90D15FCE4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6422-AD87-4887-9C50-58061C304607}" type="datetimeFigureOut">
              <a:rPr lang="ru-KZ" smtClean="0"/>
              <a:t>26.06.2026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87CFF3-2115-44D8-899D-9C9B89B4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CE24FC1-DAD8-4422-BA7F-E28396786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66739-A916-40EA-A0DB-87D790E23717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093573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9B5373-1CD1-4621-A69A-077D04B0F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15993D-BB95-4CB1-97DF-BD9BA7F11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8E1E95B-2156-4322-B994-11BB168CCC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B8CA22E-DE40-41D9-B7CB-6D1A219A6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2D814D0-D905-4C70-AE55-9EF1B4596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F2ED21E-07F5-4930-B6BC-8F7E5E339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6422-AD87-4887-9C50-58061C304607}" type="datetimeFigureOut">
              <a:rPr lang="ru-KZ" smtClean="0"/>
              <a:t>26.06.2026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42C38B1-7631-4276-BF61-36E6B2FBD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490AEE9-529A-4983-BF01-F4D2DECCD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66739-A916-40EA-A0DB-87D790E23717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530057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DB2085-E428-4516-A860-1451F5464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7043975-A898-46BF-86AC-3B95AF9E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6422-AD87-4887-9C50-58061C304607}" type="datetimeFigureOut">
              <a:rPr lang="ru-KZ" smtClean="0"/>
              <a:t>26.06.2026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0923AF2-D59D-4492-BA84-F70EA3F32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BA17F31-2A33-4682-BC52-FCBE0821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66739-A916-40EA-A0DB-87D790E23717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748149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D78EA34-0BE0-4203-BBFF-85371EEF2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6422-AD87-4887-9C50-58061C304607}" type="datetimeFigureOut">
              <a:rPr lang="ru-KZ" smtClean="0"/>
              <a:t>26.06.2026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B5B4A53-0D73-47F5-A6F3-6860A04B5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CD80490-8C2A-455C-B588-E11DB53C0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66739-A916-40EA-A0DB-87D790E23717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95206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0A0248-759F-4915-B024-E48D42A0D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ED4706-AB04-4B45-9822-457F9F2A8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541C4B1-45AC-4141-8661-8016FF918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200B625-C042-4A29-B2D7-5651DAC06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6422-AD87-4887-9C50-58061C304607}" type="datetimeFigureOut">
              <a:rPr lang="ru-KZ" smtClean="0"/>
              <a:t>26.06.2026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48B94B-915F-4518-9ED7-9249F691A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C5AA50C-8734-4A94-9039-B78401AA4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66739-A916-40EA-A0DB-87D790E23717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157008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273559-C3AB-4CFC-8330-1FBC95564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489A865-8C4E-42EF-9FBA-C54EBBE88D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901211C-FDAB-41F9-BD84-8DFDD68A11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AE290B6-B2CE-4E42-85CA-5913EDC17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6422-AD87-4887-9C50-58061C304607}" type="datetimeFigureOut">
              <a:rPr lang="ru-KZ" smtClean="0"/>
              <a:t>26.06.2026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FC60192-3E96-47D6-AB9C-38BC009E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92F2E3A-3293-4B7D-82F6-B337A1C99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66739-A916-40EA-A0DB-87D790E23717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741089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7ABBD9-6875-419A-83D3-8FE3F494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11BB8BD-326D-4436-9D4C-87CAE68E9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278077-ACF2-4A9E-A3AB-5FC111066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6422-AD87-4887-9C50-58061C304607}" type="datetimeFigureOut">
              <a:rPr lang="ru-KZ" smtClean="0"/>
              <a:t>26.06.2026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125221-CA83-4AE1-9972-E48152617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866D50-6664-4515-A7F8-C8B025124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66739-A916-40EA-A0DB-87D790E23717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381642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9771628-FABD-4022-8FB3-45FD193F40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C878671-1BEC-46F2-B58D-042853D9FD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EF9848-FF9A-4645-BC0E-C46C3AF0A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6422-AD87-4887-9C50-58061C304607}" type="datetimeFigureOut">
              <a:rPr lang="ru-KZ" smtClean="0"/>
              <a:t>26.06.2026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3C4D81-D5A8-480F-9929-AC7B9BD5F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0AECDF-8D35-472C-91FA-1A8342901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66739-A916-40EA-A0DB-87D790E23717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6700522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559E14-4638-4C68-8645-F7B5F4075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7B25AB-756A-40AA-AB00-E22010C5B4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BE74A2-B7DD-407A-91DB-A47FE906E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6422-AD87-4887-9C50-58061C304607}" type="datetimeFigureOut">
              <a:rPr lang="ru-KZ" smtClean="0"/>
              <a:t>26.06.2026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7E5BA6-3E3F-4EBE-AC57-3B9B40F14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57D5E0-27BA-4782-84B7-08129F4DF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66739-A916-40EA-A0DB-87D790E23717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616174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81F98C-883C-4A5E-9189-D2BB66D73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422A233-473D-4937-80EC-788EFC82C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0E0CB3-7C2E-4C60-9FE1-B13E1487D6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56422-AD87-4887-9C50-58061C304607}" type="datetimeFigureOut">
              <a:rPr lang="ru-KZ" smtClean="0"/>
              <a:t>26.06.2026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65495B-EB4F-4E32-81BE-D88FFEC58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42E7D8-DAF3-40A6-9278-9888C76D95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566739-A916-40EA-A0DB-87D790E23717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090579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8956FD-5083-4B78-8098-49DD2810B6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000" b="1">
                <a:solidFill>
                  <a:srgbClr val="1A3C5E"/>
                </a:solidFill>
              </a:rPr>
              <a:t>Основы ИИ-агентов (</a:t>
            </a:r>
            <a:r>
              <a:rPr lang="en-US" sz="4000" b="1">
                <a:solidFill>
                  <a:srgbClr val="1A3C5E"/>
                </a:solidFill>
              </a:rPr>
              <a:t>AI agents)</a:t>
            </a:r>
            <a:endParaRPr lang="ru-KZ" sz="4000" b="1">
              <a:solidFill>
                <a:srgbClr val="1A3C5E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5B15500-DDAE-47C5-88C0-879EB5075D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>
                <a:solidFill>
                  <a:srgbClr val="44D4F0"/>
                </a:solidFill>
              </a:rPr>
              <a:t>Применение ИКТ и цифровых технологий  •  РО 2.3</a:t>
            </a:r>
          </a:p>
          <a:p>
            <a:r>
              <a:rPr lang="ru-RU">
                <a:solidFill>
                  <a:srgbClr val="44D4F0"/>
                </a:solidFill>
              </a:rPr>
              <a:t>Квалификация 4S06130103 «Разработчик ПО»</a:t>
            </a:r>
          </a:p>
          <a:p>
            <a:r>
              <a:rPr lang="ru-RU">
                <a:solidFill>
                  <a:srgbClr val="44D4F0"/>
                </a:solidFill>
              </a:rPr>
              <a:t>ТОО «Колледж Хекслет Казахстан»</a:t>
            </a:r>
            <a:endParaRPr lang="ru-KZ">
              <a:solidFill>
                <a:srgbClr val="44D4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349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ACCEA4-C0CD-4067-A0DB-AE9D8F51C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>
                <a:solidFill>
                  <a:srgbClr val="1A3C5E"/>
                </a:solidFill>
              </a:rPr>
              <a:t>Практическая ситуация</a:t>
            </a:r>
            <a:endParaRPr lang="ru-KZ" sz="3000" b="1">
              <a:solidFill>
                <a:srgbClr val="1A3C5E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DC4EEF4-DCAA-4D5A-8E77-28BE5DB32E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2000"/>
              <a:t>Просишь ИИ-чат: «найди 5 свежих статей и сделай резюме»</a:t>
            </a:r>
          </a:p>
          <a:p>
            <a:r>
              <a:rPr lang="ru-RU" sz="2000"/>
              <a:t>Он отвечает «вот как искать…» и останавливается</a:t>
            </a:r>
          </a:p>
          <a:p>
            <a:r>
              <a:rPr lang="ru-RU" sz="2000"/>
              <a:t>А нужно, чтобы он сам нашёл, прочитал и собрал результат</a:t>
            </a:r>
          </a:p>
          <a:p>
            <a:r>
              <a:rPr lang="ru-RU" sz="2000"/>
              <a:t>Именно это делает ИИ-агент — идёт к цели шагами</a:t>
            </a:r>
            <a:endParaRPr lang="ru-KZ" sz="2000"/>
          </a:p>
        </p:txBody>
      </p:sp>
    </p:spTree>
    <p:extLst>
      <p:ext uri="{BB962C8B-B14F-4D97-AF65-F5344CB8AC3E}">
        <p14:creationId xmlns:p14="http://schemas.microsoft.com/office/powerpoint/2010/main" val="4239083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0C2426-0EF5-4D4D-9983-B9DF56F6E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>
                <a:solidFill>
                  <a:srgbClr val="1A3C5E"/>
                </a:solidFill>
              </a:rPr>
              <a:t>Чему ты научишься</a:t>
            </a:r>
            <a:endParaRPr lang="ru-KZ" sz="3000" b="1">
              <a:solidFill>
                <a:srgbClr val="1A3C5E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FD43B65-D4D8-4909-85D6-D564401DF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2000"/>
              <a:t>Отличать ИИ-агента от обычного чат-бота</a:t>
            </a:r>
          </a:p>
          <a:p>
            <a:r>
              <a:rPr lang="ru-RU" sz="2000"/>
              <a:t>Понимать цикл работы агента (цель — действие — проверка)</a:t>
            </a:r>
          </a:p>
          <a:p>
            <a:r>
              <a:rPr lang="ru-RU" sz="2000"/>
              <a:t>Видеть возможности и риски агентов</a:t>
            </a:r>
          </a:p>
          <a:p>
            <a:r>
              <a:rPr lang="ru-RU" sz="2000"/>
              <a:t>Держать человека в контроле</a:t>
            </a:r>
            <a:endParaRPr lang="ru-KZ" sz="2000"/>
          </a:p>
        </p:txBody>
      </p:sp>
    </p:spTree>
    <p:extLst>
      <p:ext uri="{BB962C8B-B14F-4D97-AF65-F5344CB8AC3E}">
        <p14:creationId xmlns:p14="http://schemas.microsoft.com/office/powerpoint/2010/main" val="314467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33106F-3087-4D46-8F56-736A60D47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>
                <a:solidFill>
                  <a:srgbClr val="1A3C5E"/>
                </a:solidFill>
              </a:rPr>
              <a:t>Главное понятие</a:t>
            </a:r>
            <a:endParaRPr lang="ru-KZ" sz="3000" b="1">
              <a:solidFill>
                <a:srgbClr val="1A3C5E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A60A2B-27AD-48FD-B754-EDCA59B6FF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2000"/>
              <a:t>ИИ-агент — программа на основе ИИ, которая получает цель и сама выполняет шаги с помощью инструментов (поиск, код, файлы, API), пока цель не достигнута</a:t>
            </a:r>
          </a:p>
          <a:p>
            <a:r>
              <a:rPr lang="ru-RU" sz="2000"/>
              <a:t>Коротко: чат-бот отвечает — агент действует</a:t>
            </a:r>
            <a:endParaRPr lang="ru-KZ" sz="2000"/>
          </a:p>
        </p:txBody>
      </p:sp>
    </p:spTree>
    <p:extLst>
      <p:ext uri="{BB962C8B-B14F-4D97-AF65-F5344CB8AC3E}">
        <p14:creationId xmlns:p14="http://schemas.microsoft.com/office/powerpoint/2010/main" val="1876825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92AC23-0554-4776-8907-9603B0623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>
                <a:solidFill>
                  <a:srgbClr val="1A3C5E"/>
                </a:solidFill>
              </a:rPr>
              <a:t>Чат-бот и агент: в чём разница</a:t>
            </a:r>
            <a:endParaRPr lang="ru-KZ" sz="3000" b="1">
              <a:solidFill>
                <a:srgbClr val="1A3C5E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4EC02F9-584B-41BA-A5A7-78AFAEE54B2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206500"/>
            <a:ext cx="7315200" cy="26950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FA1FAD-AC3B-4A39-AD5B-4BC1C33D103A}"/>
              </a:ext>
            </a:extLst>
          </p:cNvPr>
          <p:cNvSpPr txBox="1"/>
          <p:nvPr/>
        </p:nvSpPr>
        <p:spPr>
          <a:xfrm>
            <a:off x="914400" y="3977774"/>
            <a:ext cx="73152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ru-RU" sz="1500" i="1">
                <a:solidFill>
                  <a:srgbClr val="44D4F0"/>
                </a:solidFill>
              </a:rPr>
              <a:t>Чат-бот отвечает одним сообщением — агент выполняет цель серией шагов</a:t>
            </a:r>
            <a:endParaRPr lang="ru-KZ" sz="1500" i="1">
              <a:solidFill>
                <a:srgbClr val="44D4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3760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5F3419-DBF4-4367-A48D-7E6312A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>
                <a:solidFill>
                  <a:srgbClr val="1A3C5E"/>
                </a:solidFill>
              </a:rPr>
              <a:t>Как работает агент: цикл</a:t>
            </a:r>
            <a:endParaRPr lang="ru-KZ" sz="3000" b="1">
              <a:solidFill>
                <a:srgbClr val="1A3C5E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CF8BF9-9198-4247-B828-16134773B69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206500"/>
            <a:ext cx="7315200" cy="30800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BBFDDE-DFE7-41F7-8C07-1DBEB5067068}"/>
              </a:ext>
            </a:extLst>
          </p:cNvPr>
          <p:cNvSpPr txBox="1"/>
          <p:nvPr/>
        </p:nvSpPr>
        <p:spPr>
          <a:xfrm>
            <a:off x="914400" y="4362784"/>
            <a:ext cx="73152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ru-RU" sz="1500" i="1">
                <a:solidFill>
                  <a:srgbClr val="44D4F0"/>
                </a:solidFill>
              </a:rPr>
              <a:t>Цель — план — действие — наблюдение — повтор (человек контролирует важные шаги)</a:t>
            </a:r>
            <a:endParaRPr lang="ru-KZ" sz="1500" i="1">
              <a:solidFill>
                <a:srgbClr val="44D4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957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C066AD-470C-4C79-A048-0E0AF6621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>
                <a:solidFill>
                  <a:srgbClr val="1A3C5E"/>
                </a:solidFill>
              </a:rPr>
              <a:t>Мини-кейс</a:t>
            </a:r>
            <a:endParaRPr lang="ru-KZ" sz="3000" b="1">
              <a:solidFill>
                <a:srgbClr val="1A3C5E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A7DB9A-A729-4786-93D0-0A5BE9EAD0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2000"/>
              <a:t>Цель: 5 свежих статей по теме + краткое резюме</a:t>
            </a:r>
          </a:p>
          <a:p>
            <a:r>
              <a:rPr lang="ru-RU" sz="2000"/>
              <a:t>Агент: ищет — открывает каждую — извлекает суть — составляет резюме — проверяет, что статей 5</a:t>
            </a:r>
          </a:p>
          <a:p>
            <a:r>
              <a:rPr lang="ru-RU" sz="2000"/>
              <a:t>Человек проверяет источники: агент мог взять нерелевантную статью</a:t>
            </a:r>
            <a:endParaRPr lang="ru-KZ" sz="2000"/>
          </a:p>
        </p:txBody>
      </p:sp>
    </p:spTree>
    <p:extLst>
      <p:ext uri="{BB962C8B-B14F-4D97-AF65-F5344CB8AC3E}">
        <p14:creationId xmlns:p14="http://schemas.microsoft.com/office/powerpoint/2010/main" val="2626961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12D3DB-9AC4-4437-99AE-D1411D33C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>
                <a:solidFill>
                  <a:srgbClr val="1A3C5E"/>
                </a:solidFill>
              </a:rPr>
              <a:t>Возможности и риски</a:t>
            </a:r>
            <a:endParaRPr lang="ru-KZ" sz="3000" b="1">
              <a:solidFill>
                <a:srgbClr val="1A3C5E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E19F6B8-611B-4E66-A049-642B81019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2000"/>
              <a:t>Возможности: автоматизация рутины, работа с несколькими инструментами, ускорение задач</a:t>
            </a:r>
          </a:p>
          <a:p>
            <a:r>
              <a:rPr lang="ru-RU" sz="2000"/>
              <a:t>Риски: ошибка на шаге переносится дальше; при лишних правах — нежелательные действия</a:t>
            </a:r>
          </a:p>
          <a:p>
            <a:r>
              <a:rPr lang="ru-RU" sz="2000"/>
              <a:t>Принцип: человек в контуре (human-in-the-loop)</a:t>
            </a:r>
            <a:endParaRPr lang="ru-KZ" sz="2000"/>
          </a:p>
        </p:txBody>
      </p:sp>
    </p:spTree>
    <p:extLst>
      <p:ext uri="{BB962C8B-B14F-4D97-AF65-F5344CB8AC3E}">
        <p14:creationId xmlns:p14="http://schemas.microsoft.com/office/powerpoint/2010/main" val="1138360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3042D1-3EAE-41C4-8968-E979F1E47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>
                <a:solidFill>
                  <a:srgbClr val="1A3C5E"/>
                </a:solidFill>
              </a:rPr>
              <a:t>Разбор типичной ошибки</a:t>
            </a:r>
            <a:endParaRPr lang="ru-KZ" sz="3000" b="1">
              <a:solidFill>
                <a:srgbClr val="1A3C5E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8634A1-8F78-4236-9DA5-35BDCB678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2000"/>
              <a:t>Ошибка: дать агенту полные права и не проверять</a:t>
            </a:r>
          </a:p>
          <a:p>
            <a:r>
              <a:rPr lang="ru-RU" sz="2000"/>
              <a:t>Почему: одна ошибка — реальные последствия (удалит, отправит, оплатит)</a:t>
            </a:r>
          </a:p>
          <a:p>
            <a:r>
              <a:rPr lang="ru-RU" sz="2000"/>
              <a:t>Как правильно: ограничить права, подтверждать важные шаги, проверять результат</a:t>
            </a:r>
            <a:endParaRPr lang="ru-KZ" sz="2000"/>
          </a:p>
        </p:txBody>
      </p:sp>
    </p:spTree>
    <p:extLst>
      <p:ext uri="{BB962C8B-B14F-4D97-AF65-F5344CB8AC3E}">
        <p14:creationId xmlns:p14="http://schemas.microsoft.com/office/powerpoint/2010/main" val="3914091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E93AE7-09A0-4363-983E-F41445AC6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>
                <a:solidFill>
                  <a:srgbClr val="1A3C5E"/>
                </a:solidFill>
              </a:rPr>
              <a:t>Итог</a:t>
            </a:r>
            <a:endParaRPr lang="ru-KZ" sz="3000" b="1">
              <a:solidFill>
                <a:srgbClr val="1A3C5E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36198A1-D900-4834-AC97-3939BB871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2000"/>
              <a:t>Агент получает цель и сам выполняет шаги через инструменты</a:t>
            </a:r>
          </a:p>
          <a:p>
            <a:r>
              <a:rPr lang="ru-RU" sz="2000"/>
              <a:t>Цикл: цель — план — действие — наблюдение — повтор</a:t>
            </a:r>
          </a:p>
          <a:p>
            <a:r>
              <a:rPr lang="ru-RU" sz="2000"/>
              <a:t>Используй агентов для рутины, но держи человека в контуре</a:t>
            </a:r>
          </a:p>
          <a:p>
            <a:r>
              <a:rPr lang="ru-RU" sz="2000"/>
              <a:t>Ограничивай права агента и всегда проверяй результат</a:t>
            </a:r>
            <a:endParaRPr lang="ru-KZ" sz="2000"/>
          </a:p>
        </p:txBody>
      </p:sp>
    </p:spTree>
    <p:extLst>
      <p:ext uri="{BB962C8B-B14F-4D97-AF65-F5344CB8AC3E}">
        <p14:creationId xmlns:p14="http://schemas.microsoft.com/office/powerpoint/2010/main" val="73651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69553-8DA1-4901-AA02-227B5AC94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>
                <a:solidFill>
                  <a:srgbClr val="1A3C5E"/>
                </a:solidFill>
              </a:rPr>
              <a:t>Источники</a:t>
            </a:r>
            <a:endParaRPr lang="ru-KZ" sz="3000" b="1">
              <a:solidFill>
                <a:srgbClr val="1A3C5E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3C36F9-57FF-4D2E-899B-2D72D1138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2000"/>
              <a:t>DigComp 2.2; UNESCO AI Competency Framework (2024)</a:t>
            </a:r>
          </a:p>
          <a:p>
            <a:r>
              <a:rPr lang="ru-RU" sz="2000"/>
              <a:t>Обзорные публикации по ИИ-агентам (IBM, Anthropic)</a:t>
            </a:r>
          </a:p>
          <a:p>
            <a:endParaRPr lang="ru-RU" sz="2000"/>
          </a:p>
          <a:p>
            <a:r>
              <a:rPr lang="ru-RU" sz="2000"/>
              <a:t>Материал разработан рабочей группой ТОО «Колледж Хекслет Казахстан» и одобрен к использованию в обучении решением Педагогического совета.</a:t>
            </a:r>
            <a:endParaRPr lang="ru-KZ" sz="2000"/>
          </a:p>
        </p:txBody>
      </p:sp>
    </p:spTree>
    <p:extLst>
      <p:ext uri="{BB962C8B-B14F-4D97-AF65-F5344CB8AC3E}">
        <p14:creationId xmlns:p14="http://schemas.microsoft.com/office/powerpoint/2010/main" val="19712354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</Words>
  <Application>Microsoft Office PowerPoint</Application>
  <PresentationFormat>Экран (16:9)</PresentationFormat>
  <Paragraphs>43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Основы ИИ-агентов (AI agents)</vt:lpstr>
      <vt:lpstr>Практическая ситуация</vt:lpstr>
      <vt:lpstr>Чему ты научишься</vt:lpstr>
      <vt:lpstr>Главное понятие</vt:lpstr>
      <vt:lpstr>Чат-бот и агент: в чём разница</vt:lpstr>
      <vt:lpstr>Как работает агент: цикл</vt:lpstr>
      <vt:lpstr>Мини-кейс</vt:lpstr>
      <vt:lpstr>Возможности и риски</vt:lpstr>
      <vt:lpstr>Разбор типичной ошибки</vt:lpstr>
      <vt:lpstr>Итог</vt:lpstr>
      <vt:lpstr>Источники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ИИ-агентов (AI agents)</dc:title>
  <dc:creator>Daniyar Kaliaskarov</dc:creator>
  <cp:lastModifiedBy>Daniyar Kaliaskarov</cp:lastModifiedBy>
  <cp:revision>1</cp:revision>
  <dcterms:created xsi:type="dcterms:W3CDTF">2026-06-26T11:10:58Z</dcterms:created>
  <dcterms:modified xsi:type="dcterms:W3CDTF">2026-06-26T11:10:58Z</dcterms:modified>
</cp:coreProperties>
</file>